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3847E2-08BC-8F30-5A20-15C487376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D6D909-59AB-C949-057F-0CFAD3BA4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914C8-76D2-0B63-75F0-2362716A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649A7F-1242-0B43-7C0B-518F5252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1EA64A-2770-14C7-7608-CE59631D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57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74B499-F75C-517B-A244-23A02FEF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BFF7A4-5A3F-20CF-1C47-7AA612FD9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124A26-2AFB-42C6-D856-78FF091E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C90082-DC67-3104-4D89-793B81D0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65B9B3-83C4-7FA7-DF56-98C6B066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61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A3F26-353C-D80F-E968-51A8B0A0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32CF7A-10B8-A26C-F6C4-2F5A55603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50FF7B-C771-6737-5616-28EC6A50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E6122-DD65-9FCB-73AC-A34592BC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55D072-E0A2-8B0A-00A7-C204E1F6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97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7FD653-EB1F-F20C-289D-8007283C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BE002-4908-B63D-7CDB-71E3753E0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5AF834-7ACA-365D-F17C-86B690472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539D77-5A4E-FC6E-D8C3-E9670340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3B5DE5-7572-549C-46D5-DB8A4D55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156BA0-FB31-0450-14A6-40449F0C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12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204004-91BC-483B-40CB-8DD94A4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741BB0-97DB-33CC-F987-C4B68420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26E42C-C201-F6B8-31A7-B22FACA4F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FF293A-D5DF-0D4F-A9FC-91AB270DD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600B2F-0533-2D27-4723-C0DBC2C73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636751-FC9E-0794-FE6E-458E4142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35F7F-072D-CC18-4F35-4695DFA6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730153-FF56-7F30-423E-4E39CFB0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1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9D2A2-8026-39F0-A327-25BAA2EE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06E92A-2DE6-985F-AD5B-6EEDE23D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D3F3C2-8ADE-E024-425C-2609E13D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399D83-52B8-98D3-8DBC-C58888AB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81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EA4C9DE-67DE-4F1E-8813-48FC9232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0C1542-B63A-83A9-514A-12A21F9E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8AD4FC-3504-2F2A-0853-A86E513A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57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5EAA-E1CA-7691-73BE-BA2FBBAD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28750-C4B2-BE5C-C92A-124C4A8CB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8A91F0-6992-D7A7-290F-BD4D6781B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B9E895-F4D7-9E33-7B51-2F46EA45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29BE94-DB41-5F3E-F86D-643E8165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010379-8185-316C-62FD-592F0F07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8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C751A-7994-9077-3027-E5BF7CD6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094A10-AA8A-0E81-164C-9BE011922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4E074D-6455-6074-6BF4-E0661AD7D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CEECA9-D1B6-A45D-753A-465E673C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FA1A89-96BE-9AC7-0926-C504ED3F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D5EE75-A39F-CB5F-F1BA-23E41A19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68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7F29C-FCA3-35B6-1382-E43D19B0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364C81-E952-774A-7DDD-3ACFF5EF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FC4ECB-F925-C798-EE4A-5B735FDF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83787A-3166-0256-7B08-557DD2CD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3B6B31-7FB7-F53D-ADD8-B537FF4C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78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A41892-FFD7-6DEF-4BB8-89273FDFB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9EE4D8-7371-ADB2-734B-16B3004C2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1BA5FB-C488-A480-1FBE-95EC4E8C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2AC53-EF65-FD95-EE13-E60564E1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1184BC-58D7-DA0E-A6A9-86ADFF52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89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005E5E-0405-48D2-982A-AAAA5664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84077A-F8D7-F0E3-74D6-132D2D92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5AABB-79F9-9067-2F7F-CB664366E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5477C-1A22-473B-8385-9A72B2BB4356}" type="datetimeFigureOut">
              <a:rPr lang="fr-FR" smtClean="0"/>
              <a:t>14/12/2023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58BB9-B260-F7BF-02E1-2DB4B6E04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94BB8E-4A87-F003-6B8D-62877B327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B0A1E-2379-4442-9ED2-8C607A2C56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06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478E83E-74D7-949D-F9E3-A003C812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04" y="35981"/>
            <a:ext cx="7878181" cy="67860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1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BF9D1BD-C22B-1C57-7B31-DE25AEDAE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347111F-17CD-C61D-8E58-697AC552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03" y="35979"/>
            <a:ext cx="7837562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5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451A5-0631-9935-8B63-6DA3D3A8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B2497-3F25-3703-3F47-0F624404A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90C80C66-9AE2-2C8A-657B-7562AE259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05" y="35983"/>
            <a:ext cx="7845126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1CCC934-F7EF-E80D-DCF3-2C45D2960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05B53D-67AE-4154-B433-4E7583BC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05" y="35982"/>
            <a:ext cx="7816825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030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Pascal Ogil</dc:creator>
  <cp:lastModifiedBy>Pascal Ogil</cp:lastModifiedBy>
  <cp:revision>1</cp:revision>
  <dcterms:created xsi:type="dcterms:W3CDTF">2023-12-14T19:04:10Z</dcterms:created>
  <dcterms:modified xsi:type="dcterms:W3CDTF">2023-12-14T19:11:36Z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7d84ed-b840-406a-b0a9-614d7696e0c8_Enabled">
    <vt:lpwstr>true</vt:lpwstr>
  </property>
  <property fmtid="{D5CDD505-2E9C-101B-9397-08002B2CF9AE}" pid="3" name="MSIP_Label_fd7d84ed-b840-406a-b0a9-614d7696e0c8_SetDate">
    <vt:lpwstr>2023-12-14T19:11:22Z</vt:lpwstr>
  </property>
  <property fmtid="{D5CDD505-2E9C-101B-9397-08002B2CF9AE}" pid="4" name="MSIP_Label_fd7d84ed-b840-406a-b0a9-614d7696e0c8_Method">
    <vt:lpwstr>Standard</vt:lpwstr>
  </property>
  <property fmtid="{D5CDD505-2E9C-101B-9397-08002B2CF9AE}" pid="5" name="MSIP_Label_fd7d84ed-b840-406a-b0a9-614d7696e0c8_Name">
    <vt:lpwstr>Internal</vt:lpwstr>
  </property>
  <property fmtid="{D5CDD505-2E9C-101B-9397-08002B2CF9AE}" pid="6" name="MSIP_Label_fd7d84ed-b840-406a-b0a9-614d7696e0c8_SiteId">
    <vt:lpwstr>e65ea9c9-5e4d-4c1e-bec1-2e8047751551</vt:lpwstr>
  </property>
  <property fmtid="{D5CDD505-2E9C-101B-9397-08002B2CF9AE}" pid="7" name="MSIP_Label_fd7d84ed-b840-406a-b0a9-614d7696e0c8_ActionId">
    <vt:lpwstr>cb301c46-f4ed-44c1-a4db-f673e0b972ad</vt:lpwstr>
  </property>
  <property fmtid="{D5CDD505-2E9C-101B-9397-08002B2CF9AE}" pid="8" name="MSIP_Label_fd7d84ed-b840-406a-b0a9-614d7696e0c8_ContentBits">
    <vt:lpwstr>0</vt:lpwstr>
  </property>
</Properties>
</file>